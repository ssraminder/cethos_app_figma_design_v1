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8321040" y="-1097280"/>
            <a:ext cx="4572000" cy="8686800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8961120" y="-1371600"/>
            <a:ext cx="4114800" cy="8686800"/>
          </a:xfrm>
          <a:prstGeom prst="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TRANSLATION SERVICES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Workflow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Guide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project management on portal.cethos.com &amp; vendor.cethos.com — including the new Step Split feature shipped 2026-06-08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0615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4008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Authored 2026-06-08  ·  Live walkthrough on ORD-2026-354733  ·  Cethos /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0  CONCEPTS &amp; VOCABULARY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state machine drives everything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workflow step moves through a sequence of states. Triggers keep the order's work_status in sync.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69748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290572" y="2679192"/>
            <a:ext cx="109728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2487168" y="2606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78608" y="26974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715768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183380" y="2679192"/>
            <a:ext cx="109728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9976" y="2606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6350">
            <a:solidFill>
              <a:srgbClr val="0759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71416" y="269748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608576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076188" y="2679192"/>
            <a:ext cx="109728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72784" y="2606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6350">
            <a:solidFill>
              <a:srgbClr val="0759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64224" y="269748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01384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968996" y="2679192"/>
            <a:ext cx="109728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8165592" y="2606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57032" y="26974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394192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861804" y="2679192"/>
            <a:ext cx="109728" cy="146304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58400" y="2606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49840" y="26974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10287000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declines  →  cancelled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revision requested  →  back to in_progress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365760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" y="3657600"/>
            <a:ext cx="73152" cy="2560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OBJECTS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" y="41148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Quote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pre-order pricing artifact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the committed translation job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Workflow + Steps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picked from template at order creation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Actor type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external_vendor / internal_work / customer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Split parent + children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new 2026-06-08 (see § 3)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3657600"/>
            <a:ext cx="53492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3657600"/>
            <a:ext cx="73152" cy="2560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STATUS TRIGGER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37960" y="41148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recompute_order_work_status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fires on every step status change. Maps: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approved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→  completed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active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 →  in_progress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pending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→  pending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Staff override (on_hold / cancelled) is respected — trigger no-ops on those states.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 + § 2  ORDER DETAIL &amp; WORKFLOW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spend most of your day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order page bundles customer info, files, workflow steps, finance, and activity into one view.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CUSTOMER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Order number &amp; status dropdowns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Information card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Translation Details (langs, intended use, certification)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Documents (source / reference / drafts / completed)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60604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606040"/>
            <a:ext cx="73152" cy="36576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Certified Translation template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Per-step cards with actor pill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Status badges + actions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⤴ Split… on eligible steps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roll-up at bottom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60604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2606040"/>
            <a:ext cx="73152" cy="3657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COLUMN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320040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Messages (customer thread)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 card (turnaround, deadlines)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Activity feed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 payment events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943600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Split eligibility:  </a:t>
            </a:r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deliveries · no vendor · no live payable · not already split · external_vendor or internal_work · status pending/offered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Shipped 2026-06-08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step across multiple assignees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Translate step. Three files. Two external vendors + one in-house staff. Each sees only their files.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2120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31720"/>
            <a:ext cx="73152" cy="3840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"Translate step has 3 files. Two need different vendor language coverage; one is short + urgent so we'll do it in-house."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457200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40480"/>
            <a:ext cx="54864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cert_birth.pdf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41605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4553712"/>
            <a:ext cx="457200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553712"/>
            <a:ext cx="54864" cy="62179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5994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4828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cert_marriage.pdf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4599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Bobby Rawat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0" y="48737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C2340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5266944"/>
            <a:ext cx="457200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266944"/>
            <a:ext cx="54864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312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" y="5541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diploma.pdf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5312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Lengyel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08960" y="55869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108960" y="5586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0" y="2331720"/>
            <a:ext cx="56692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0" y="2331720"/>
            <a:ext cx="73152" cy="384048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FLOW ON SAVE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834640"/>
            <a:ext cx="292608" cy="292608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28346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Validates: no deliveries, no vendor, no live payable, no nested split, every file covered exactly once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300984"/>
            <a:ext cx="292608" cy="292608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33009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Re-checks revisor independence (walks parent_step_id of constrained prior steps)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3767328"/>
            <a:ext cx="292608" cy="292608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3767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Sets parent.is_split = true; inserts N child rows at workflow tail (step_number = max+i)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17920" y="4233672"/>
            <a:ext cx="292608" cy="292608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83680" y="42336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Inserts step_files rows mapping each child to its quote files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4700016"/>
            <a:ext cx="292608" cy="292608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51" name="Text 49"/>
          <p:cNvSpPr/>
          <p:nvPr/>
        </p:nvSpPr>
        <p:spPr>
          <a:xfrm>
            <a:off x="6217920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83680" y="47000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Optional vendor_payables rows for vendor partitions with a rate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17920" y="5166360"/>
            <a:ext cx="292608" cy="292608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54" name="Text 52"/>
          <p:cNvSpPr/>
          <p:nvPr/>
        </p:nvSpPr>
        <p:spPr>
          <a:xfrm>
            <a:off x="6217920" y="5166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583680" y="5166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qms.assignment_eligibility_events audit rows (call_site='split-step')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17920" y="5632704"/>
            <a:ext cx="292608" cy="292608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57" name="Text 55"/>
          <p:cNvSpPr/>
          <p:nvPr/>
        </p:nvSpPr>
        <p:spPr>
          <a:xfrm>
            <a:off x="6217920" y="5632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83680" y="56327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Calls recompute_parent_step_status → parent → in_progress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48640" y="5943600"/>
            <a:ext cx="73152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77724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Result:  </a:t>
            </a:r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parent step wears teal </a:t>
            </a:r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"⤴ Split N/M"</a:t>
            </a:r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badge; children stack inside cethos-teal left rail with IN-HOUSE pill on staff partitions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  SPLITTING A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Step modal — the two-pane builder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Left pane: every quote_file. Right pane: stack of partition cards. Validation footer tracks coverage live.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496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step across multiple assignees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1 · Translation · Spanish (Spain) → English · 3 files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471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10698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FILES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7432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cert_birth.pdf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3886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pp · 312 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26080" y="377647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3776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160520"/>
            <a:ext cx="27432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cert_marriage.pdf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60120" y="4389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pp · 488 w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26080" y="427939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0" y="4279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663440"/>
            <a:ext cx="27432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diploma_transcript.pdf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pp · 2,304 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26080" y="478231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4782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3291840"/>
            <a:ext cx="0" cy="2926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23360" y="3657600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3703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60520" y="3858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vendor: A King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60520" y="40233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$0.10/word · CAD · Jun 12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23360" y="4251960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60520" y="44531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staff: Bobby Rawat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60520" y="4617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payable · Jun 12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023360" y="4846320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4892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60520" y="5047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vendor: Adam Lengyel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60520" y="5212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$0.12/word · CAD · Jun 13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0392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PARTITION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03920" y="365760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Files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chip list, click + Add file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Assignee radio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External vendor | In-house staff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/ Staff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search dropdown, active only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Rate (vendor)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optional; per_word default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Deadline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defaults to parent deadline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5715000"/>
            <a:ext cx="10698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5852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3 files assigned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235440" y="58521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48" name="Text 46"/>
          <p:cNvSpPr/>
          <p:nvPr/>
        </p:nvSpPr>
        <p:spPr>
          <a:xfrm>
            <a:off x="923544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split (3)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863840" y="58521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863840" y="5852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863840" y="5852160"/>
            <a:ext cx="1097280" cy="274320"/>
          </a:xfrm>
          <a:prstGeom prst="rect">
            <a:avLst/>
          </a:prstGeom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Validation footer flips amber → green only when every file is placed AND every partition has an assignee. Save button is disabled until green.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  SPLITTING A 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save — parent + indented children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Parent wears the Split N/M badge. Children stack inside a cethos-teal left rail.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8580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560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Translation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624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split into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Certified Translation · ES → 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26243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6350">
            <a:solidFill>
              <a:srgbClr val="0759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715768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2624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6243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71576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6243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0/3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25880" y="32004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📎 3 files split across 3 assignees · Deadline (latest): Jun 12, 4:00 PM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1560" y="3611880"/>
            <a:ext cx="22860" cy="2468880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611880"/>
            <a:ext cx="5577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3685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685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King (external)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36850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377647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3685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39319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 $0.12/word · $96.00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28800" y="41148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Delivered Jun 10 · Deadline Jun 11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25880" y="4434840"/>
            <a:ext cx="5577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3040" y="4507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45079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Fayza Elbezzari (in-house)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06240" y="45079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C2340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4507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12080" y="450799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6350">
            <a:solidFill>
              <a:srgbClr val="07598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0" y="459943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440680" y="45079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28800" y="47548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in-house · no payable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828800" y="49377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Accepted 1 day ago · Deadline Jun 12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325880" y="5257800"/>
            <a:ext cx="5577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63040" y="5330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28800" y="5330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CCJK (external)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12080" y="53309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3520" y="54223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5440680" y="53309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28800" y="55778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 $0.10/word · $230.00 (proposed)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828800" y="57607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Offered 4 hrs ago · awaits response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80960" y="2331720"/>
            <a:ext cx="39319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680960" y="2331720"/>
            <a:ext cx="73152" cy="39319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0" name="Text 48"/>
          <p:cNvSpPr/>
          <p:nvPr/>
        </p:nvSpPr>
        <p:spPr>
          <a:xfrm>
            <a:off x="795528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ROLLUP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5528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recompute_parent_step_status fires on any child status change.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552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approved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 rot="5400000">
            <a:off x="10149840" y="3703320"/>
            <a:ext cx="109728" cy="128016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54" name="Text 52"/>
          <p:cNvSpPr/>
          <p:nvPr/>
        </p:nvSpPr>
        <p:spPr>
          <a:xfrm>
            <a:off x="10378440" y="3611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95528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delivered/approved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 rot="5400000">
            <a:off x="10149840" y="4251960"/>
            <a:ext cx="109728" cy="128016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57" name="Text 55"/>
          <p:cNvSpPr/>
          <p:nvPr/>
        </p:nvSpPr>
        <p:spPr>
          <a:xfrm>
            <a:off x="10378440" y="4160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955280" y="4709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active child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 rot="5400000">
            <a:off x="10149840" y="4800600"/>
            <a:ext cx="109728" cy="128016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60" name="Text 58"/>
          <p:cNvSpPr/>
          <p:nvPr/>
        </p:nvSpPr>
        <p:spPr>
          <a:xfrm>
            <a:off x="10378440" y="47091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955280" y="5257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pending/offered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 rot="5400000">
            <a:off x="10149840" y="5349240"/>
            <a:ext cx="109728" cy="128016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63" name="Text 61"/>
          <p:cNvSpPr/>
          <p:nvPr/>
        </p:nvSpPr>
        <p:spPr>
          <a:xfrm>
            <a:off x="10378440" y="5257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48640" y="608076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6" name="Text 64"/>
          <p:cNvSpPr/>
          <p:nvPr/>
        </p:nvSpPr>
        <p:spPr>
          <a:xfrm>
            <a:off x="77724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Parent has no payable —</a:t>
            </a:r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children carry the vendor_payables. Manage Payable against a split parent returns </a:t>
            </a:r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 step_is_split_parent.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4  FIND VENDOR &amp; ASSIGN VENDOR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put a vendor on a step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Pick by deadline pressure + how much negotiation has already happened.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73152" cy="3657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Assign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Sets vendor_id immediately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sees 'Assigned', clicks Accept to start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when: already negotiated · tight deadline · pre-agreed retainer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vendor_payables → 'pending' (becomes 'approved' on accept)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377440"/>
            <a:ext cx="73152" cy="36576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to Vendor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Creates vendor_step_offers row with expires_at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sees Accept / Decline / Counter-offer buttons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when: new vendor relationship · price negotiation expected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status: 'offered' until accept or expiry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37744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2377440"/>
            <a:ext cx="73152" cy="3657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to Multiple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0175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Batch invite — first accept wins, rest auto-retracted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Tick 'Select all' or individuals + 'Offer to Selected (N)'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when: vendors compete on rate or speed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Sibling offers flip to 'retracted'; sibling payables flip to 'cancelled'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94360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ISO 17100 §5.3.5 revisor independence:  </a:t>
            </a:r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server checks </a:t>
            </a:r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requires_different_vendor_from_step</a:t>
            </a:r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against children of any prior split. A reviser can never slip past via a sibling partition.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 MANAGE PAYABLE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pricing modes, one source of truth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Pick the mode that matches your agreement with the vendor. Math is deterministic, audit-friendly.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331720"/>
            <a:ext cx="14630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670048"/>
            <a:ext cx="146304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06624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08960"/>
            <a:ext cx="213969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73152" cy="27432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657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385876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43484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4636008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Single agreed price for the whole step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79776" y="3108960"/>
            <a:ext cx="213969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79776" y="3108960"/>
            <a:ext cx="73152" cy="2743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2962656" y="3246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62656" y="3657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62656" y="385876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× words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62656" y="443484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62656" y="4636008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 common; words come from OCR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10912" y="3108960"/>
            <a:ext cx="213969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10912" y="3108960"/>
            <a:ext cx="73152" cy="27432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2" name="Text 30"/>
          <p:cNvSpPr/>
          <p:nvPr/>
        </p:nvSpPr>
        <p:spPr>
          <a:xfrm>
            <a:off x="5193792" y="3246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93792" y="3657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93792" y="385876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× hours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93792" y="443484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93792" y="4636008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Hourly-billed work (DTP, complex review)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42048" y="3108960"/>
            <a:ext cx="213969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42048" y="3108960"/>
            <a:ext cx="73152" cy="2743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7424928" y="3246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24928" y="3657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24928" y="385876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× pages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24928" y="443484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24928" y="4636008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Short certified docs charged per page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473184" y="3108960"/>
            <a:ext cx="213969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473184" y="3108960"/>
            <a:ext cx="73152" cy="2743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6" name="Text 44"/>
          <p:cNvSpPr/>
          <p:nvPr/>
        </p:nvSpPr>
        <p:spPr>
          <a:xfrm>
            <a:off x="9656064" y="3246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analysis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656064" y="3657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656064" y="385876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(tier_words × tier_pct × base)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56064" y="443484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656064" y="4636008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TM-discount workflows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48640" y="5943600"/>
            <a:ext cx="73152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ANALYSIS DETAIL  </a:t>
            </a:r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Paste the Trados / memoQ / XTM / Phrase export → parse-cat-analysis uses Claude to extract tier word counts → vendor's saved CAT grid converts to a payable. Claude never picks the final number; the arithmetic is server-side.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  VENDOR PORTAL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vendor sees only their files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get-job-detail intersects quote_files with step_files when scope rows exist. Zero regression for unsplit steps.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9436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73152" cy="3520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JOB DETAIL 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8163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opens job detail at vendor.cethos.com/jobs/{step_id}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2918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2735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Backend resolves step + auth (vendor_id === session.vendor_id, or pending offer)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7490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7307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Loads all quote_files for the order's quote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2062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4187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Intersects with step_files when EXISTS — narrows to assigned subset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46634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46451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Returns sourceFiles[] + word/page totals scoped to the subset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51023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sees Accept / Decline / Counter (offers) or Deliver (assigned)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75120" y="2331720"/>
            <a:ext cx="4937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75120" y="2331720"/>
            <a:ext cx="73152" cy="35204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SCOPING SQL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2834640"/>
            <a:ext cx="4663440" cy="2377440"/>
          </a:xfrm>
          <a:prstGeom prst="rect">
            <a:avLst/>
          </a:prstGeom>
          <a:solidFill>
            <a:srgbClr val="061528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2926080"/>
            <a:ext cx="4389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qf.*
</a:t>
            </a:r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quote_files qf
</a:t>
            </a:r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qf.quote_id = $1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qf.deleted_at IS NULL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(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EXISTS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(SELECT 1 FROM step_files
             WHERE step_id = $2)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 </a:t>
            </a:r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(SELECT 1 FROM step_files sf
             WHERE sf.step_id = $2
               AND sf.quote_file_id = qf.id)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5349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A → only A's files. Vendor B → only B's. Unsplit step → full quote.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6080760"/>
            <a:ext cx="73152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6080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the vendor accepts:  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notify-step-accept fires → Brevo emails to step.assigned_staff_id (the PM) and pm@cethoscorp.com. notification_log rows audit each delivery.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7  REVIEWING THE VENDOR'S DELIVERY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 on every delivery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PM reviews each version. Approval cascades to parent (if split) and order work_status.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6289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73152" cy="2377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56032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6032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20802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 → approved · Step → approved · Cascades to parent + order. Vendor receives 'step approved' email.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60420" y="2377440"/>
            <a:ext cx="26289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0420" y="2377440"/>
            <a:ext cx="73152" cy="2377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34740" y="256032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634740" y="256032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34740" y="3017520"/>
            <a:ext cx="20802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Inline form for reason → Vendor receives revision-requested email with your note. Next upload becomes version+1.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377440"/>
            <a:ext cx="26289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2377440"/>
            <a:ext cx="73152" cy="2377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256032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56032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3017520"/>
            <a:ext cx="20802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Polite nudge email · No state change · Use while waiting for the next delivery version.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83980" y="2377440"/>
            <a:ext cx="26289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83980" y="2377440"/>
            <a:ext cx="73152" cy="2377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Shape 23"/>
          <p:cNvSpPr/>
          <p:nvPr/>
        </p:nvSpPr>
        <p:spPr>
          <a:xfrm>
            <a:off x="9258300" y="256032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9258300" y="256032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3017520"/>
            <a:ext cx="20802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Admin force-approves without further vendor revision. Reason captured in audit_log for QMS.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892040"/>
            <a:ext cx="73152" cy="10058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983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VERSIONING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upload becomes a step_deliveries row keyed by (step_id, version). Cards show 'Latest v1', 'v2' chips. Promote-step-delivery-to-draft reuses the draft_group_id.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892040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489204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4983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CUSTOMER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Promote-to-draft watermarks the file → quote_files as Draft Translation → customer-portal Draft Translations section for Approve / Request changes.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Parent step approves only when EVERY child is approved. recompute_parent_step_status is idempotent — re-run if stuck.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8  CUSTOMER INVOICING &amp; ACCOUNTS RECEIVABLE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to a customer invoice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Stripe-paid orders auto-invoice. Business + Net-N customers go through manual issue.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420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798064" y="2377440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80944" y="25420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80944" y="2834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047488" y="2377440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30368" y="25420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0368" y="2834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296912" y="2377440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79792" y="25420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79792" y="2834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546336" y="2377440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29216" y="25420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29216" y="2834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$25,621.83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5532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840480"/>
            <a:ext cx="73152" cy="2743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AUTO-INVOICE (STRIPE)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2976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pays via Stripe checkout on quote acceptance.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Stripe webhook hits handle-stripe-invoice-payment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generate-invoice-pdf builds the PDF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Brevo emails the customer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customer_invoices row → 'paid'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840480"/>
            <a:ext cx="53492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3840480"/>
            <a:ext cx="73152" cy="27432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4297680"/>
            <a:ext cx="5074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Create Invoice on the Customer Invoices page.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for: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Multi-order invoices (one bill, several completed orders)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Net-15 / Net-30 business customers paying by e-transfer / cheque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Adjustments + credit notes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customers get the Cethos Design System layout with AR-approved Net terms.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9  VENDOR INVOICING &amp; ACCOUNTS PAYABLE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invoice you. You pay them.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Vendors create invoices on their portal. Admin reviews, matches, and pays via Quick Payment or Bulk Payment.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70482" y="2377440"/>
            <a:ext cx="585216" cy="5852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57048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26289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108960"/>
            <a:ext cx="73152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4612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creates invoice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22631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Portal Invoices view → tick approved payables → invoice number + date → submit. cvp_payments row + linked payables.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214116" y="3931920"/>
            <a:ext cx="146304" cy="164592"/>
          </a:xfrm>
          <a:prstGeom prst="rtTriangle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2262" y="2377440"/>
            <a:ext cx="585216" cy="5852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38226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360420" y="3108960"/>
            <a:ext cx="26289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60420" y="3108960"/>
            <a:ext cx="73152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3543300" y="324612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Vendor Invoices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43300" y="3749040"/>
            <a:ext cx="22631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Status: Submitted → Confirmed (verified) → Disputed if needed. Filter by Final Date · Branch · Status.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6025896" y="3931920"/>
            <a:ext cx="146304" cy="164592"/>
          </a:xfrm>
          <a:prstGeom prst="rtTriangle">
            <a:avLst/>
          </a:prstGeom>
          <a:solidFill>
            <a:srgbClr val="CBD5E1"/>
          </a:solidFill>
          <a:ln/>
        </p:spPr>
      </p:sp>
      <p:sp>
        <p:nvSpPr>
          <p:cNvPr id="22" name="Shape 20"/>
          <p:cNvSpPr/>
          <p:nvPr/>
        </p:nvSpPr>
        <p:spPr>
          <a:xfrm>
            <a:off x="7194042" y="2377440"/>
            <a:ext cx="585216" cy="5852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719404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72200" y="3108960"/>
            <a:ext cx="26289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108960"/>
            <a:ext cx="73152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24612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Payable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749040"/>
            <a:ext cx="22631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By vendor view: aged buckets (Current · 1-30 · 31-60 · 61-90 · 90+). Click in for detail.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rot="5400000">
            <a:off x="8837676" y="3931920"/>
            <a:ext cx="146304" cy="164592"/>
          </a:xfrm>
          <a:prstGeom prst="rtTriangle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05822" y="2377440"/>
            <a:ext cx="585216" cy="5852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1000582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983980" y="3108960"/>
            <a:ext cx="26289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83980" y="3108960"/>
            <a:ext cx="73152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9166860" y="324612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→ reconcile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66860" y="3749040"/>
            <a:ext cx="22631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Quick Payment or Bulk: pick method + reference + date → vendor_payments + allocations. Payables → 'paid' → step cache reconciles.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532120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" y="56692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59436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$168K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31520" y="642823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859 invoices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98064" y="5532120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980944" y="56692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80944" y="59436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$31.8K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5047488" y="5532120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230368" y="56692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1-30 DAYS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30368" y="59436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$30.4K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7296912" y="5532120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479792" y="56692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31-60 DAYS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79792" y="59436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$29.3K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9546336" y="5532120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729216" y="56692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61+ DAYS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729216" y="59436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$77.0K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9729216" y="642823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follow up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10  VISUAL CUES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what every pill means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 the workflow at a glance.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PILLS (step + delivery state)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74320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51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not started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03580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12724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358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offer pending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41985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6350">
            <a:solidFill>
              <a:srgbClr val="0759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51129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19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3401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said yes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6350">
            <a:solidFill>
              <a:srgbClr val="0759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9534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8039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37856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working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187952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2793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879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68880" y="41696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uploaded · awaiting approval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45720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6634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572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4553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PM approved · cascades to parent / order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495604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6350">
            <a:solidFill>
              <a:srgbClr val="9A34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047488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9560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revision_requested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4937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PM rejected version, sent reason to vendor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" y="534009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543153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3400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5321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declined offer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" y="572414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581558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57241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68880" y="5705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Terminal: never executed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" y="6108192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6199632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61081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60899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applicable for this order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49440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MARKERS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95160" y="2651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86600" y="274320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2" name="Text 50"/>
          <p:cNvSpPr/>
          <p:nvPr/>
        </p:nvSpPr>
        <p:spPr>
          <a:xfrm>
            <a:off x="7223760" y="2651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0/3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12480" y="2633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Split parent — N children done of 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95160" y="303580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95160" y="30358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Split…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41248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is eligible to be split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95160" y="341985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C2340"/>
          </a:solidFill>
          <a:ln/>
        </p:spPr>
      </p:sp>
      <p:sp>
        <p:nvSpPr>
          <p:cNvPr id="58" name="Text 56"/>
          <p:cNvSpPr/>
          <p:nvPr/>
        </p:nvSpPr>
        <p:spPr>
          <a:xfrm>
            <a:off x="6995160" y="3419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412480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Child step assigned to staff_user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95160" y="3803904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9D5FF"/>
          </a:solidFill>
          <a:ln w="6350">
            <a:solidFill>
              <a:srgbClr val="6B21A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86600" y="3895344"/>
            <a:ext cx="109728" cy="10972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62" name="Text 60"/>
          <p:cNvSpPr/>
          <p:nvPr/>
        </p:nvSpPr>
        <p:spPr>
          <a:xfrm>
            <a:off x="7223760" y="3803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Multi-order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412480" y="3785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Invoice covers multiple orders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995160" y="418795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86600" y="4279392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6" name="Text 64"/>
          <p:cNvSpPr/>
          <p:nvPr/>
        </p:nvSpPr>
        <p:spPr>
          <a:xfrm>
            <a:off x="7223760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v2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412480" y="41696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 version chip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9494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ICONS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99516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👤  External vendor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995160" y="5349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🏢  In-house staff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995160" y="5669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📦  Delivery card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99516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💰  Payable / invoice card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11  TROUBLESHOOTING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looks wrong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are the real issues you'll hit. Each has a clear cause + fix.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566160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73152" cy="1082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42316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 files on this order' in Split modal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807208"/>
            <a:ext cx="3236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CAUSE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Modal column drift (pre-PR-#903)</a:t>
            </a:r>
            <a:endParaRPr lang="en-US" sz="7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 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 the admin client deploy. The hotfix splits the quote_files query from ai_analysis_results.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297680" y="2331720"/>
            <a:ext cx="3566160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331720"/>
            <a:ext cx="73152" cy="1082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242316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appear as siblings (Steps 5/6/7)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62272" y="2807208"/>
            <a:ext cx="3236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CAUSE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get-order-workflow not redeployed after PR #902</a:t>
            </a:r>
            <a:endParaRPr lang="en-US" sz="7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 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Redeploy via Supabase MCP with verify_jwt=false. Hard-reload the order page.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046720" y="2331720"/>
            <a:ext cx="3566160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2331720"/>
            <a:ext cx="73152" cy="1082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242316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vendor missing from Split dropdown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11312" y="2807208"/>
            <a:ext cx="3236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CAUSE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 capped at 500 alphabetical for perf</a:t>
            </a:r>
            <a:endParaRPr lang="en-US" sz="7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 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the standard Find Vendor flow on the parent before splitting.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48640" y="3596640"/>
            <a:ext cx="3566160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596640"/>
            <a:ext cx="73152" cy="1082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68808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reviser_separation_violation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072128"/>
            <a:ext cx="3236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CAUSE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 used on a constrained prior step</a:t>
            </a:r>
            <a:endParaRPr lang="en-US" sz="7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 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Pick a different vendor, or supply force_override_reason with a real business justification.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297680" y="3596640"/>
            <a:ext cx="3566160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3596640"/>
            <a:ext cx="73152" cy="1082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68808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parent_already_assigned / has_active_payable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62272" y="4072128"/>
            <a:ext cx="3236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CAUSE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Split gates: unassign + cancel payable first</a:t>
            </a:r>
            <a:endParaRPr lang="en-US" sz="7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 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Unassign vendor on the parent step, cancel any pending payable, then retry split.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046720" y="3596640"/>
            <a:ext cx="3566160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0" y="3596640"/>
            <a:ext cx="73152" cy="1082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8211312" y="368808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show '— pp · — w' in modal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11312" y="4072128"/>
            <a:ext cx="3236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CAUSE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ai_analysis_results has no per-file rows</a:t>
            </a:r>
            <a:endParaRPr lang="en-US" sz="7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 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Preprocess &amp; OCR on the order. Counts appear next time the modal opens.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48640" y="4861560"/>
            <a:ext cx="3566160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861560"/>
            <a:ext cx="73152" cy="1082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495300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email didn't arrive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" y="5337048"/>
            <a:ext cx="3236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CAUSE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Various — bounced, blocked, spam</a:t>
            </a:r>
            <a:endParaRPr lang="en-US" sz="7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 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Brevo Email Logs modal shows delivery status. Resend if needed (logs the new attempt).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297680" y="4861560"/>
            <a:ext cx="3566160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97680" y="4861560"/>
            <a:ext cx="73152" cy="1082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4462272" y="495300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parent stuck at 'in_progress'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62272" y="5337048"/>
            <a:ext cx="3236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CAUSE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Rare rollup miss</a:t>
            </a:r>
            <a:endParaRPr lang="en-US" sz="7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 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SELECT recompute_parent_step_status('{parent_step_id}'); — function is idempotent.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046720" y="4861560"/>
            <a:ext cx="3566160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46720" y="4861560"/>
            <a:ext cx="73152" cy="1082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8211312" y="495300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pill is amber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11312" y="5337048"/>
            <a:ext cx="3236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CAUSE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margin below threshold (default 30%)</a:t>
            </a:r>
            <a:endParaRPr lang="en-US" sz="7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700" dirty="0"/>
          </a:p>
          <a:p>
            <a:pPr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 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Renegotiate vendor rate OR raise customer price (with consent). Don't hide the badge.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9-scenario list with all cause / fix detail: docs/training/pm-workflow-training.md § 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PM Workflow Training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2026-06-08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12  FAQ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every PM eventually asks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6. Full list of 10 in the training markdown.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49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688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</a:t>
            </a:r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split a step already assigned to a vendor?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No. Unassign the vendor + cancel any pending payable first. This protects the existing vendor's audit trail.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2331720"/>
            <a:ext cx="5349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33172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4688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</a:t>
            </a:r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vendors see each other's files in a split?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926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No. get-job-detail intersects quote_files with step_files server-side. Each vendor sees only their assigned subset.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349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6616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</a:t>
            </a:r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child step itself be split?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1605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— CHECK constraint forbids nested splits. If you want this, the original partition structure is probably wrong.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566160"/>
            <a:ext cx="5349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56616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703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</a:t>
            </a:r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parent's vendor cost?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1605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Children carry the payables. Parent contributes $0 to the order finance line. Grand total identical to one-vendor scenario.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5349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80060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377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</a:t>
            </a:r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vendor list capped at 500 in the Split modal?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5394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 — full vendor list (~1500 rows) creates dropdown jank. Use Find Vendor on the parent first if you need a Z-name vendor.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4800600"/>
            <a:ext cx="5349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480060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9377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</a:t>
            </a:r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undo a split?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5394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one-click undo. Cancel each child, set parent.is_split = false, re-assign parent. Document the reason in audit_log.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more questions in the training markdown — including counter-offers, customer draft review, late accept, multiple PMs.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1828800" y="3657600"/>
            <a:ext cx="6400800" cy="640080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Resources, related features, and the architectural plan that drove the new Step Split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212080" cy="1554480"/>
          </a:xfrm>
          <a:prstGeom prst="rect">
            <a:avLst/>
          </a:prstGeom>
          <a:solidFill>
            <a:srgbClr val="1A365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DOC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PM Workflow reference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 sections, 22 screenshot anchors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docs/training/pm-workflow-training.md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212080" cy="1554480"/>
          </a:xfrm>
          <a:prstGeom prst="rect">
            <a:avLst/>
          </a:prstGeom>
          <a:solidFill>
            <a:srgbClr val="1A365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3774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Step Split prototype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971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Pixel spec for the Split modal + post-split card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3291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design-system/project/Workflow Step Split.html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5212080" cy="1554480"/>
          </a:xfrm>
          <a:prstGeom prst="rect">
            <a:avLst/>
          </a:prstGeom>
          <a:solidFill>
            <a:srgbClr val="1A365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2062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PLAN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split architectural plan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800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child-step over multi-assignment + ISO implications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5120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Users/RaminderShah/.claude/plans/2nd-issue-can-be-lucky-sprout.md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4023360"/>
            <a:ext cx="5212080" cy="1554480"/>
          </a:xfrm>
          <a:prstGeom prst="rect">
            <a:avLst/>
          </a:prstGeom>
          <a:solidFill>
            <a:srgbClr val="1A365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2062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MEMORY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4434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feature_step_split_2026_06_08.md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4800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 · edge fn · UI · vendor portal · in 1 page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5120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memory/feature_step_split_2026_06_08.md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6152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Cethos Translation Services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PM Workflow Training  ·  2026-06-08  ·  Live walkthrough on ORD-2026-354733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Cethos PM Workflow Training</dc:title>
  <dc:subject>End-to-End PM Workflow + Step Split Feature</dc:subject>
  <dc:creator>Cethos / Claude Code</dc:creator>
  <cp:lastModifiedBy>Cethos / Claude Code</cp:lastModifiedBy>
  <cp:revision>1</cp:revision>
  <dcterms:created xsi:type="dcterms:W3CDTF">2026-06-08T23:01:51Z</dcterms:created>
  <dcterms:modified xsi:type="dcterms:W3CDTF">2026-06-08T23:01:51Z</dcterms:modified>
</cp:coreProperties>
</file>